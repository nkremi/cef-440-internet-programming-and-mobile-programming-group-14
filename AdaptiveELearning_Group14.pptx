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ADAPTIVE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E-LEARNING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 &amp; Software Requirements Specification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  |  CEF 440  |  University of Buea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05472" y="365760"/>
            <a:ext cx="1828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BERINYUY GILLES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ITIE LLOYD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NGUEFACK ELVIRA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NKWAIN REMI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NKENGLEFAC DORENOEL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| Group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46888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 &amp;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097280"/>
            <a:ext cx="246888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170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26080" y="155448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Assessment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246888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170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55448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&amp; Ambiguities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246888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677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" y="265176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2194560"/>
            <a:ext cx="246888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2677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26080" y="265176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Prioritisation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94960" y="2194560"/>
            <a:ext cx="246888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22677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265176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291840"/>
            <a:ext cx="246888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3649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" y="37490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34640" y="3291840"/>
            <a:ext cx="246888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33649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926080" y="37490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Validation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94960" y="3291840"/>
            <a:ext cx="246888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33649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0" y="37490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Context &amp;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| Group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Cameroon face unstable mobile connections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mobile data costs limit access to content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ignore low-bandwidth contexts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92.5% of surveyed users rely on mobile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914400"/>
            <a:ext cx="36576" cy="347472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005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Scope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41732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&amp; role-based access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recorded video lectures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quality switching (HLS)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management &amp; progress tracking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logging &amp; content recommendations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 with PWA capability for mobile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4572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Web-first  |  Target: Mobile browsers  |  MVP: One academic semester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Requirements Assessment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| Group 14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8686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005840"/>
                <a:gridCol w="42976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Missing: password recovery &amp; session mgmt specs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Content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format/size constraints per network 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feature — no gaps noted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Quality Switch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thresholds undefined —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&amp; Recorded Lectures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bandwidth cost — feasibility condition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QoE Metric Logging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 — purpose and audience undefined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Bilingual UI (EN/FR)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Well-motivated by survey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 Uptime / Reliability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SLA stated — 'minimal' is ambiguous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Issues &amp; Ambiguities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| Group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393192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GAPS (Missing Information)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storage / backend architecture requirement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or data privacy requirement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 control (RBAC) requirement defined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where content lives (cloud, on-device, CDN?)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51960" cy="34747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96012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AMBIGUITIES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37160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'Auto-switch' — system-triggered or user-initiated?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'Live' vs 'recorded' not differentiated in requirements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'Optimal QoE' is unmeasurable without a concrete metric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management scope unclear (instructors only?)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3383280"/>
            <a:ext cx="868680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Sample Resolutions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703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QoE: quality switch must complete within 3 s of bandwidth change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Buffering: must not exceed 5 s under 3G (≥ 150 kbps)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target: Android 8+, ≥ 1 GB RAM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Dependency Map &amp; Build Order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| Group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011680"/>
            <a:ext cx="13716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097280"/>
            <a:ext cx="1371600" cy="822960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0972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822960"/>
            <a:ext cx="1371600" cy="822960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8229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2743200"/>
            <a:ext cx="1371600" cy="822960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0" y="2743200"/>
            <a:ext cx="137160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1920240"/>
            <a:ext cx="137160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920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0" y="1097280"/>
            <a:ext cx="137160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0972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2743200"/>
            <a:ext cx="141732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7432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Order: Auth → Content CRUD → Video Playback → Network Monitor → QoE Engine → Adaptive Streaming → Logging →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MoSCoW Prioritisation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| Group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20116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515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MUST HAVE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435608"/>
            <a:ext cx="2011680" cy="3364992"/>
          </a:xfrm>
          <a:prstGeom prst="rect">
            <a:avLst/>
          </a:prstGeom>
          <a:solidFill>
            <a:srgbClr val="F9F9F9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527048"/>
            <a:ext cx="184708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 &amp; RBAC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content access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adaptive quality switching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Audio-only fallback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QoE metric logging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upload pipeline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051560"/>
            <a:ext cx="2011680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0515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SHOULD HAVE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2011680" cy="3364992"/>
          </a:xfrm>
          <a:prstGeom prst="rect">
            <a:avLst/>
          </a:prstGeom>
          <a:solidFill>
            <a:srgbClr val="F2F2F2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527048"/>
            <a:ext cx="184708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lectures (SDK)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progress tracking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downloads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98848" y="1051560"/>
            <a:ext cx="201168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0515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COULD HAVE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98848" y="1435608"/>
            <a:ext cx="2011680" cy="3364992"/>
          </a:xfrm>
          <a:prstGeom prst="rect">
            <a:avLst/>
          </a:prstGeom>
          <a:solidFill>
            <a:srgbClr val="F9F9F9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527048"/>
            <a:ext cx="184708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recommendations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UI (EN/FR)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analytics dashboard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quality override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0256" y="1051560"/>
            <a:ext cx="2011680" cy="38404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10515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WON'T HAVE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20256" y="1435608"/>
            <a:ext cx="2011680" cy="3364992"/>
          </a:xfrm>
          <a:prstGeom prst="rect">
            <a:avLst/>
          </a:prstGeom>
          <a:solidFill>
            <a:srgbClr val="F2F2F2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1527048"/>
            <a:ext cx="184708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video under all conditions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/ subscription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Functional Requirements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| Group 14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8686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21792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with email &amp;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 &amp; assign role-based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Instructors: create, edit, update, delete course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Students: browse &amp; access enrolled course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live video lectures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Playback of recorded video lectures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Auto-adjust video quality based on bandwidth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to audio-only on low bandwidth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to text/transcript on very low bandwidth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→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Functional Requirements (cont.)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| Group 14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8686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21792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content format selection (video/audio/text)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 quizzes &amp; receive automated scores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&amp; display student progress per course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notifications for content, quizzes &amp;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QoE metrics per session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 courses based on interaction history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course materials for offline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estimated data usage during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reset via registered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Non-Functional Requirements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| Group 14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8686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97680"/>
                <a:gridCol w="35661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Measurable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quality adjustment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 s after bandwidth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buffering under 3G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 s at 150 kbps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network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Polling interval ≤ 5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usable experience on 2G/3G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bandwidth: 150 kbps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content delivery uptime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Bilingual UI (English &amp; French)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UI localisation via i18n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minimisation / privacy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PII beyond functional 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response time for content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 s under normal 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Stakeholder Validation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| Group 14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8686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  <a:gridCol w="3200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Addressing 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instability during classes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FR07, FR08, FR09, NFR01, NFR02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mobile data costs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FR10, FR17, NFR04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content after disconnection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FR06 – Recorded lecture playback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offline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FR16 – Offline downloads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privacy concerns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NFR08 – Data minimisation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disconnecting mid-session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FR07, FR08 – Degraded mode keeps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visibility into student engagement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FR12, FR14 – Progress &amp; QoE logs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before adoption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NFR06, NFR09 – 99% uptime / 2s 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Bilingual student population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NFR07 – English &amp; French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gathered via surveys, interviews, brainstorming &amp; reverse engineering.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pain points: unstable mobile connections &amp; high data costs — unaddressed by existing platforms.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prioritisation ensures development focuses on adaptive streaming, fallback modes &amp; reliable auth first.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is traced back to a specific stakeholder need.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open validation items remain — resolving them eliminates residual ambiguity before design begins.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CEF 440 Group 14  |  University of Buea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E-Learning Platform – Group 14</dc:title>
  <dc:subject>PptxGenJS Presentation</dc:subject>
  <dc:creator>PptxGenJS</dc:creator>
  <cp:lastModifiedBy>PptxGenJS</cp:lastModifiedBy>
  <cp:revision>1</cp:revision>
  <dcterms:created xsi:type="dcterms:W3CDTF">2026-05-11T18:30:01Z</dcterms:created>
  <dcterms:modified xsi:type="dcterms:W3CDTF">2026-05-11T18:30:01Z</dcterms:modified>
</cp:coreProperties>
</file>